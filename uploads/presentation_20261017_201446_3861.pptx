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16207"/>
                </a:solidFill>
              </a:defRPr>
            </a:pPr>
            <a:r>
              <a:t>★ 文化弘法・三好實踐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四大宗旨落實成效：以文化弘揚佛法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54D0E"/>
                </a:solidFill>
              </a:defRPr>
            </a:pPr>
            <a:r>
              <a:t>《新竹佛光青年X竹光三參》Podcast 與文藝沙龍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本年度累積製播 12 集節目，突破 12,000 次青年收聽人次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將《星雲說喻》經典寓言生活化，引導竹科青年轉化職場壓力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舉辦青年墨寶互動文創策展，總吸引 650 位大專青年與民眾參與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383280" cy="1463040"/>
          </a:xfrm>
          <a:prstGeom prst="roundRect">
            <a:avLst/>
          </a:prstGeom>
          <a:solidFill>
            <a:srgbClr val="FEF0C7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A16207"/>
                </a:solidFill>
              </a:defRPr>
            </a:pPr>
            <a:r>
              <a:t>12,000+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線上收聽累積人次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1463040"/>
          </a:xfrm>
          <a:prstGeom prst="roundRect">
            <a:avLst/>
          </a:prstGeom>
          <a:solidFill>
            <a:srgbClr val="FEF0C7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A16207"/>
                </a:solidFill>
              </a:defRPr>
            </a:pPr>
            <a:r>
              <a:t>98%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活動滿意度問卷回饋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國際佛光會新竹青年分團 成果評鑑委員會 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★ VEGRUN・綠色地球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2026 VEGRUN 全民蔬食路跑・青年活力打卡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47857"/>
                </a:solidFill>
              </a:defRPr>
            </a:pPr>
            <a:r>
              <a:t>你跑步・我種樹・用雙腳守護綠色地球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號召大專青年與社區大眾，每日健走跑步記錄里程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結合十八尖山、青草湖與南寮漁港風景步道，推廣健康生活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透過數位後台管理系統，即時登錄並累積全團總里程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383280" cy="14630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59669"/>
                </a:solidFill>
              </a:defRPr>
            </a:pPr>
            <a:r>
              <a:t>520 km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全團累積路跑里程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14630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59669"/>
                </a:solidFill>
              </a:defRPr>
            </a:pPr>
            <a:r>
              <a:t>86 位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青年志工熱情參與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身心靈環保・推廣蔬食愛地球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★ 三好四給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新活動成果主題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45309"/>
                </a:solidFill>
              </a:defRPr>
            </a:pPr>
            <a:r>
              <a:t>活動簡介說明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亮點成效說明第一點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✔  亮點成效說明第二點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38328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D97706"/>
                </a:solidFill>
              </a:defRPr>
            </a:pPr>
            <a:r>
              <a:t>100+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參與青年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國際佛光會新竹青年分團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